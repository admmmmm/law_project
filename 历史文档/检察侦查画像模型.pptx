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76" y="6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CC1DB1-C05D-FADA-1185-607CB5870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ED601F-DACF-E0C0-6F82-E27773438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6E7C21-3DD1-1D05-48F5-EEBB0379E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BEDA-B8B9-4F9D-A5FD-8B12C149A2BF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2D5FA5-2805-4212-FA23-D433B3627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00254E-39F1-592B-7C62-D575D5908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E36C1-7C9C-4FBD-A160-F95D6030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701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48A6C-E1EB-4197-58E8-0D1320D0D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86794C-EC64-CCD8-CA08-B3CDB8BA1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E09D41-01B9-9E33-C6D4-F92FB9779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BEDA-B8B9-4F9D-A5FD-8B12C149A2BF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DC2B28-7FAD-9092-658E-B1DAF695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D10C1-837D-DDB3-3B86-71FD41E1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E36C1-7C9C-4FBD-A160-F95D6030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09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11E72-7A2B-E62B-4BEC-A92A954B0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6F10B2-8165-D1DD-AEE4-8DB030489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43990E-0512-7163-A792-9B570AB3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BEDA-B8B9-4F9D-A5FD-8B12C149A2BF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5F96B4-85D6-F20A-2B00-FC1C1243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E6285D-7489-512C-8444-124CD72E8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E36C1-7C9C-4FBD-A160-F95D6030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33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8847B-A42C-E438-5008-0577B95F9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E0C4E2-B68D-578A-830E-9E03CF7D33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7251DB-8803-0C64-920B-402AF3646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CEB5D3-54EB-58AD-6865-C53B68EC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BEDA-B8B9-4F9D-A5FD-8B12C149A2BF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4BEEB7-37C7-C32D-F84D-D97C6339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C0A10B-56A7-F139-BCAA-8B30CACA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E36C1-7C9C-4FBD-A160-F95D6030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40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5A93F6-03C7-D9CF-7B22-8352AB2FF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7848D8-5EC9-33F9-7542-B48D48E5E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D839E0-A1A0-3F60-0259-E3A5068EA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23FA28-1B82-FA95-72EE-498C9D8C36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6CC3A43-0CA8-0982-EC51-9740B651C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D31AAA1-4CA9-E030-F37F-7705B4D03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BEDA-B8B9-4F9D-A5FD-8B12C149A2BF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AA0EA0-E1CC-3DF0-FD66-B05761710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A399E9-21F2-3E5D-8D0E-F0D04CE00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E36C1-7C9C-4FBD-A160-F95D6030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11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6D2939-B3E5-578F-C3E2-FA42CFF5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98BD8F-2BEE-AF07-1052-ED6F6534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BEDA-B8B9-4F9D-A5FD-8B12C149A2BF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4614A4-C13E-A4A5-92A9-97FEA0444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FD30BE-E93C-7555-9178-2C695BE7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E36C1-7C9C-4FBD-A160-F95D6030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241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27F3DE-64BF-5E8A-F2F0-663EB3394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BEDA-B8B9-4F9D-A5FD-8B12C149A2BF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7B3B0F-3681-82D8-C4CB-3326B407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D8854A-101C-6FA8-E632-50822C8E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E36C1-7C9C-4FBD-A160-F95D6030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81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856A47-5841-8474-71B6-C7BE6C6B1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30638D-8050-BA4E-47D1-791A80139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9E56B9-CFDB-BE2F-028F-AEABEB8C8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3BB7CF-5CBB-A55B-FE86-D08B66C6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BEDA-B8B9-4F9D-A5FD-8B12C149A2BF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2B2E6B-7EAC-80F1-772D-41BCE0FD8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6388A5-8053-84FB-D3C3-58E84A79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E36C1-7C9C-4FBD-A160-F95D6030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876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A011D-273C-28AA-1E6F-80F74DB36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FFEFE3-337D-4ABE-9AD8-08FD931D49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476C7B-D104-D3FF-6171-28D537B45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8A875-CDB5-1935-356B-F085B7D21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BEDA-B8B9-4F9D-A5FD-8B12C149A2BF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93CE02-67F7-6581-B9EC-798962932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16B166-08B8-171A-5841-13496E79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E36C1-7C9C-4FBD-A160-F95D6030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225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A48F4-7879-64BE-1516-D8D37CBE8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ED1C12-6CC5-75DF-03CF-44CFBA39D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B899D6-D809-61C6-A803-FFF47467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BEDA-B8B9-4F9D-A5FD-8B12C149A2BF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26BEC5-A9C5-B604-3E72-E01740A5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859F98-602C-F7FA-B63C-549BA8D7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E36C1-7C9C-4FBD-A160-F95D6030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96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6A36B40-D2A9-9852-9E90-85A1D27E43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647891-92B2-D816-7C9B-4999CB274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058B89-5B53-E0F8-9939-3B938C38B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BEDA-B8B9-4F9D-A5FD-8B12C149A2BF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A5648A-1858-B2C3-EBA3-792F6D68C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E47F66-6D96-2E2B-7FE7-6192DC4F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E36C1-7C9C-4FBD-A160-F95D6030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681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F350F2B-DDC9-6DA2-C0CA-A9852111B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F81329-13F3-DFB1-07A3-292FAFA76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D74697-DBA2-33DB-88BD-A1BA10D239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7BEDA-B8B9-4F9D-A5FD-8B12C149A2BF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C388DA-EE6D-01A7-2117-644CBBC22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36D46B-5861-98EE-A27F-99B56308A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E36C1-7C9C-4FBD-A160-F95D60309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486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1997DD0-9360-2F41-E1A7-B3CB7AADCA3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127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E98306D-3820-3000-1490-70BC383C822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093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AA8F0D9-0A9E-050D-ED89-04B9D8D063E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861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845FE51-CD4A-C2B9-790D-0183ECCEE53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52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342FCE9-A99A-CD7D-BE37-CD88F007F7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74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4DFCE52-8DC6-5F12-16D2-1F871621B6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28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5DC772D-35C5-FBB0-ECBB-C6EAABAEA8B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376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116228B-5B43-633B-4AB7-D80197B6189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036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52F2E3A-D836-D6D5-67EB-5F71D16984D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313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DA357DE-7A2F-3FC8-1FEA-4F5171354E9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040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230CBD9-38B0-3F37-89E5-CAD55181E7C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29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56C21A-670D-5498-CE70-340BE7CEE7D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59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634E4FA-B6DB-EE3F-7E18-2D45B86AEB4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1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8A29E54-CAFC-10AD-0696-DBE69A431AB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354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95C6ABE-C39D-6DE1-7600-AD3B2E7FA8D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76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5AB055A-2F2D-C9BE-D25B-AE7EF899F3A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29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E0D4A7C-F35F-CB50-2471-CEF868B3EB1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542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698217-B6D2-C8D1-E225-60A8D9C4914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40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7CDAD49-3185-4C92-15FE-FC2BE7F592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11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 g</dc:creator>
  <cp:lastModifiedBy>n g</cp:lastModifiedBy>
  <cp:revision>1</cp:revision>
  <dcterms:created xsi:type="dcterms:W3CDTF">2026-04-18T11:34:54Z</dcterms:created>
  <dcterms:modified xsi:type="dcterms:W3CDTF">2026-04-18T11:34:54Z</dcterms:modified>
</cp:coreProperties>
</file>